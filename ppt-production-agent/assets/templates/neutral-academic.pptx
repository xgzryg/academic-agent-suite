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[在这里写开场口语稿。]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[在这里写本页口语稿。]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[说明比较条件、差异与含义。]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[引导听众理解表格，不逐格朗读。]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59" y="1243584"/>
            <a:ext cx="100584" cy="414223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cover"/>
          <p:cNvSpPr txBox="1"/>
          <p:nvPr/>
        </p:nvSpPr>
        <p:spPr>
          <a:xfrm>
            <a:off x="932688" y="1883664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[演示标题]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032504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3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[主题说明与听众]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中性模板 · 替换内容后检查全部页面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content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[本页的主要消息]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46988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4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[支持消息的证据]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[需要解释的要点]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[本页的结论与下一页衔接]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中性模板 · 替换内容后检查全部页面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compare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[要比较的问题]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0472"/>
            <a:ext cx="5303520" cy="4224528"/>
          </a:xfrm>
          <a:prstGeom prst="round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46504"/>
            <a:ext cx="47548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100" b="1">
                <a:solidFill>
                  <a:srgbClr val="147D92"/>
                </a:solidFill>
                <a:latin typeface="Aptos"/>
                <a:ea typeface="Microsoft YaHei"/>
              </a:defRPr>
            </a:pPr>
            <a:r>
              <a:t>[方案或观点一]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85416"/>
            <a:ext cx="475487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[依据一]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[适用范围]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490472"/>
            <a:ext cx="5303520" cy="4224528"/>
          </a:xfrm>
          <a:prstGeom prst="round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746504"/>
            <a:ext cx="47548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100" b="1">
                <a:solidFill>
                  <a:srgbClr val="147D92"/>
                </a:solidFill>
                <a:latin typeface="Aptos"/>
                <a:ea typeface="Microsoft YaHei"/>
              </a:defRPr>
            </a:pPr>
            <a:r>
              <a:t>[方案或观点二]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2185416"/>
            <a:ext cx="475487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[依据二]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[适用范围]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中性模板 · 替换内容后检查全部页面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table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[信息或证据汇总]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08760"/>
          <a:ext cx="10826496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832"/>
                <a:gridCol w="3608832"/>
                <a:gridCol w="3608832"/>
              </a:tblGrid>
              <a:tr h="1408176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7F9FC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[对象]</a:t>
                      </a:r>
                    </a:p>
                  </a:txBody>
                  <a:tcPr anchor="ctr">
                    <a:solidFill>
                      <a:srgbClr val="15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7F9FC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[依据]</a:t>
                      </a:r>
                    </a:p>
                  </a:txBody>
                  <a:tcPr anchor="ctr">
                    <a:solidFill>
                      <a:srgbClr val="15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7F9FC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[状态]</a:t>
                      </a:r>
                    </a:p>
                  </a:txBody>
                  <a:tcPr anchor="ctr">
                    <a:solidFill>
                      <a:srgbClr val="152D48"/>
                    </a:solidFill>
                  </a:tcPr>
                </a:tc>
              </a:tr>
              <a:tr h="140817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[条目一]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[对应材料]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[真实状态]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</a:tr>
              <a:tr h="140817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[条目二]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[对应材料]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[真实状态]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中性模板 · 替换内容后检查全部页面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